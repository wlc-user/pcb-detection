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PCB缺陷检测系统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PCB-AI01 全自动光学质检系统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基于YOLOv8深度学习的工业视觉检测方案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联系人: 13350514620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产品概述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PCB-AI01 全自动光学质检系统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基于YOLOv8深度学习的PCB表面缺陷检测系统，替代传统AOI，实现无人值守的自动化质检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56032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缺陷检测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6类PCB缺陷实时检测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56032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56032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根因分析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DSSM双塔匹配定位异常工序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74904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自动判定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OK/NG自动判定，无需人工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37490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74904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数据记录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全程记录，报表可追溯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价格仅为进口品牌1/3-1/5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相比传统AOI降低50%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技术优势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AI深度学习，持续迭代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DSSM根因定位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Few-shot少样本启动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39319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部署优势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ONNX跨平台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Modbus TCP直连PLC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Docker容器化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017520"/>
            <a:ext cx="39319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服务优势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源码交付无黑盒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定制化开发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9659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工业相机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23160" y="21945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8090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606040" y="128016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280160"/>
            <a:ext cx="196596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AI检测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YOLOv8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实时推理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1945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8090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280160"/>
            <a:ext cx="19659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根因分析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DSSM双塔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工序定位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21945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8090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903720" y="128016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280160"/>
            <a:ext cx="196596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通信输出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Modbus TCP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9516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PLC对接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1234440" cy="45720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343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YOLOv8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828800" y="4297680"/>
            <a:ext cx="1234440" cy="45720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0" y="4343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0" y="4297680"/>
            <a:ext cx="1234440" cy="45720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4343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OpenCV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0" y="4297680"/>
            <a:ext cx="1234440" cy="45720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4343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43600" y="4297680"/>
            <a:ext cx="1234440" cy="45720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4343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0" y="4297680"/>
            <a:ext cx="1234440" cy="45720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4343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ONNX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成本方案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¥5万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小型PCB厂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基础检测+PLC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29260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¥10万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中型PCB厂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检测+根因+报表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旗舰版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0936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¥15万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大型PCB厂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全功能+定制开发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投资回报周期约7个月，预计2年节约成本约40万元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市场定位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19456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核心优势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本公司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¥5-15万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90%+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AI深度学习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传统AOI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¥15-30万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成熟稳定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康耐视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¥20-50万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推荐选择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高性价比 + AI智能化 + 持续迭代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联系我们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期待与您合作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0" y="2743200"/>
            <a:ext cx="36576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电话: 13350514620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PCB缺陷检测系统 - PCB-AI01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PCB缺陷检测系统 - 产品介绍</dc:title>
  <dc:subject>PptxGenJS Presentation</dc:subject>
  <dc:creator>PCB-AI01</dc:creator>
  <cp:lastModifiedBy>PCB-AI01</cp:lastModifiedBy>
  <cp:revision>1</cp:revision>
  <dcterms:created xsi:type="dcterms:W3CDTF">2026-03-30T15:05:36Z</dcterms:created>
  <dcterms:modified xsi:type="dcterms:W3CDTF">2026-03-30T15:05:36Z</dcterms:modified>
</cp:coreProperties>
</file>